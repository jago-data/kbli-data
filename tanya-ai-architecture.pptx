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1410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TANYA AI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8C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Service, Kafka integration, LLM serving and observability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TANYA AI architecture v3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20624" y="1380744"/>
            <a:ext cx="7173835" cy="49651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pic>
        <p:nvPicPr>
          <p:cNvPr id="7" name="Image 0" descr="TANYA AI architecture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100683" cy="4892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60803" y="1600200"/>
            <a:ext cx="36736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60803" y="2057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60803" y="2057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472283" y="2020824"/>
            <a:ext cx="326221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Kafka worker bridges the Chat Service and the REST API: consume the request, call POST /chat, produce the reply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0803" y="3200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60803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472283" y="3163824"/>
            <a:ext cx="326221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 Guard screens every message before the Router LLM picks one or more of five intents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60803" y="4343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60803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472283" y="4306824"/>
            <a:ext cx="326221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stay grounded: RM Ally for products, the Contact Center Chatbot for promos, BE OM for portfolio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Detail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TANYA AI architecture v4; GPU memory figures are estimates to confirm with a load test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20624" y="1505996"/>
            <a:ext cx="8485632" cy="4714689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pic>
        <p:nvPicPr>
          <p:cNvPr id="7" name="Image 0" descr="TANYA AI architecture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42572"/>
            <a:ext cx="8412480" cy="46415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281160" y="160020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281160" y="2057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281160" y="2057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2020824"/>
            <a:ext cx="2041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Kafka worker is its own deployment and never calls a model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81160" y="3200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81160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692640" y="3163824"/>
            <a:ext cx="2041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27B in FP8 on 2 × H100 leaves ~117 GB for conversations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281160" y="4343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8116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692640" y="4306824"/>
            <a:ext cx="2041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Service and RM Ally log to Elasticsearch; Kibana to search, Grafana for dashboards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Stack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GPU memory figures are estimates; Kafka topics, log shipper and retention to confirm with the platform teams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459028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 worker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Confluent Kafka request / reply topics · confluent-kafka Python client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reply record per turn, key = session_id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3.11 · FastAPI + uvicorn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 · 3 replicas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/chat · X-API-Token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 screening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 Guard model · deterministic credential and card detection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Fails closed; blocks prompt injection and out-of-scope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Intent routing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LLM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pydantic-ai tool calling on Qwen 27B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intents, several per message, schema-validated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Synthesis LLM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27B (FP8) · persona and copywriting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Writes the reply; credentials redacted from history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serving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vLLM serve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OpenAI-compatible API · tensor parallel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H100 80GB or 2 × H200 141GB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~117 GB KV cache left for 27B FP8 on H100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monitoring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metrics dashboards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vLLM /metrics → Prometheus → Grafana · DCGM exporter for GPUs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Tokens/s, prompt and output tokens, time to first token, KV cache, queue, GPU 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knowledge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 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+ WIKI · REST API (FastAPI)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info and market updates; base-model 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&amp; promo knowledge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 Center Chatbot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over a vector database · REST API (FastAPI)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Programs and promos retrieved from indexed documents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Navigation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Deeplink registry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YAML catalogue · helm values TANYA_DEEPLINK_*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In-process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registered pages can be offered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data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 OM portfolio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REST, read-only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 review (tentative)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Logging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stdout → Filebeat → Elasticsearch → Kibana, Grafana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request_id joins all logs; no customer content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 LLM Design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03600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Input guard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 Guard screens prompt injection and scope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and credentials redacted before any model call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20635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67523" y="1554480"/>
            <a:ext cx="2036003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5539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Router agent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95539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Agent[TurnDeps, TurnPlan]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tools only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one or more typed intents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30958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77846" y="1554480"/>
            <a:ext cx="203600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05862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Plan validation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05862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validators check every key against the registries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→ ModelRetry (max 2), then clarify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41281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88169" y="1554480"/>
            <a:ext cx="203600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16185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Tool execution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16185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runs the planned tools, not the model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 with timeouts and fallbacks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prepare() hides tools a customer may not use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451604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98492" y="1554480"/>
            <a:ext cx="2036003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26508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Answer composer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26508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Agent[TurnDeps, AssistantReply]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only in tool results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by an output validator before sending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48920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5216" y="3474720"/>
            <a:ext cx="4636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tool layer · FunctionToolset per domain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" y="3794760"/>
            <a:ext cx="46360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search_products(query, lang)        → RM Ally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search_promos(query, lang)          → CC Chatbot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resolve_deeplinks(page_keys)        → registry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get_portfolio_summary()             → BE OM, auth only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create_handover(topic, summary)     → Contact Center, needs approval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0" y="3383280"/>
            <a:ext cx="3017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14416" y="347472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14416" y="3794760"/>
            <a:ext cx="2761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27B (FP8) on vLLM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vLLM: --enable-auto-tool-choice --tool-call-parser hermes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FallbackModel to a second endpoint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ModelSettings per agent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Grafana: tokens, latency, KV cache, GPU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641080" y="3383280"/>
            <a:ext cx="3093415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69096" y="3474720"/>
            <a:ext cx="28373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controls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69096" y="3794760"/>
            <a:ext cx="283738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UsageLimits: cap requests, tool calls and tokens per turn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history_processors: trim and redact chat history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OpenTelemetry spans for every model and tool call → Elasticsearch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pydantic-evals: routing regression set in CI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5623560"/>
            <a:ext cx="11277295" cy="50292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56235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rule  </a:t>
            </a:r>
            <a:r>
              <a:rPr lang="en-US" sz="1300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only proposes typed intents and arguments; code owns every call to bank systems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Contracts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74552" cy="4608576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Typed input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resolve_deeplinks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A2 navigational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page_keys: list[PageKey] — Literal built from the registry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list[Deeplink], max 3 buttons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registered pages exist in the schema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needed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search_products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A3 product questions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query: str · lang: 'id' | 'en'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Answer(text, sources)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 Ally WIKI grounding; result quoted as untrusted 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'no answer' result, composer says 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search_promos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A3 programs and promos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query: str · lang: 'id' | 'en'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Answer(text, sources)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Chatbot RAG over its vector DB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to the promo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get_portfolio_summary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 portfolio review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from the model — customer id comes from deps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PortfolioSummary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read-only; hidden by prepare() when not authenticated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'unavailable' result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create_handover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 live agent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topic: HandoverTopic (enum) · summary: str, no numbers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HandoverTicket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deferred tool: customer confirms first; numbers masked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 the call centre 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(no tool)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 general, clarify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answered by the composer from instructions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Contract · Request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5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</a:t>
            </a:r>
            <a:r>
              <a:rPr lang="en-US" sz="1400" b="1" dirty="0">
                <a:solidFill>
                  <a:srgbClr val="051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/v1/chat</a:t>
            </a: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one customer turn in, one reply out · JSON, UTF-8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5760720" cy="117043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Authorization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Bearer token issued to the caller (Kafka worker, BFF)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Content-Type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application/json; charset=utf-8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X-Request-ID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equals request_id; echoed in the response and every log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5"/>
          <p:cNvSpPr txBox="1"/>
          <p:nvPr/>
        </p:nvSpPr>
        <p:spPr>
          <a:xfrm>
            <a:off x="457200" y="34290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fields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5760720" cy="246888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 · rule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request_id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UUID, unique per turn; the idempotency key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session_id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 ≤ 128; stable for one conversation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channel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enum: mobile_app · web · kafka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enum: id-ID · en-US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customer.customer_ref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token, never an account or card 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customer.authenticated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boolean; gates the portfolio 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message.type · content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 · quick_reply · form_submit; text is 1 – 2,000 chars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history[]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10 turns, oldest first, role user | assistant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46520" y="1371600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46520" y="1645920"/>
            <a:ext cx="5287975" cy="466344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11112" y="1773936"/>
            <a:ext cx="4958791" cy="440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"request_id": "7f3c2a9e-2c1b-4d7e-9a51-0e6f8b1c4d22",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"sess_01J8Z6Q4M2",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"channel": "mobile_app",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"locale": "id-ID",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"customer":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"customer_ref": "cus_9f8e7d6c",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"authenticated": true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"message_id": "msg_01J8Z6R0T5",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"text",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"content": "apa itu reksa dana? sekalian buka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halamannya",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"sent_at": "2026-09-17T09:12:03Z"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"history": 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"role": "user", "content": "halo" 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"role": "assistant",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"content": "Halo! Ada yang bisa dibantu?"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"client": { "app_version": "5.2.0",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"platform": "android"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Contract · Response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· 200 OK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577840" cy="466344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73936"/>
            <a:ext cx="5248656" cy="440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"request_id": "7f3c2a9e-2c1b-4d7e-9a51-0e6f8b1c4d22",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"sess_01J8Z6Q4M2",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"answered",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"intents": [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"i1", "name": "knowledge_base"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"i2", "name": "navigational",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"target": "investment"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"reply":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"text": "Reksa dana adalah wadah untuk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mengumpulkan dana dari investor ...",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"format": "plain"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"actions": [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"deeplink", "intent_id": "i2", "order": 1,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"label": "Buka Investasi",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"url": "app://investment"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[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"rm_ally", "title": "Reksa Dana", "ref": "wiki:mutual-funds"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"meta": { "model": "qwen-27b-fp8", "latency_ms": 2840,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"contract_version": "1.0"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37160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fields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45920"/>
          <a:ext cx="5333695" cy="45720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34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 · rule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request_id · session_id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echoed from the request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answered · clarify · handover · blocked · 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intents[]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intent_id, name, target? } — one or more; the same name may repeat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reply.text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customer text, already policy-checked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reply.format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plain · markdown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actions[] · deeplink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type, intent_id, order, label, url } — url only from the registry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actions[] · other types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quick_reply · form · handover — examples on slides 11 and 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sources[]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type: rm_ally | cc_chatbot | portfolio, title, ref }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model, latency_ms, contract_version — for logs, not display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Contract · Errors and Rules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status codes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6492240" cy="4325112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· 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400 invalid_request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is not valid 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401 unauthenticated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invalid bearer token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403 forbidden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caller not allowed for this channel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409 conflict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request_id still being processed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after it finishes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413 payload_too_large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over the size limit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422 validation_failed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rules broken; each error listed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429 rate_limited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session or caller over its limit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after Retry-After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 internal_error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unexpected failure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503 model_unavailable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model capacity right now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after Retry-After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504 upstream_timeout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knowledge or backend call timed out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315200" y="137160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body · application/problem+json (RFC 9457)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0" y="1645920"/>
            <a:ext cx="4419295" cy="160020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79792" y="1773936"/>
            <a:ext cx="4090111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"urn:tanya-ai:error:rate-limited",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"Too many requests",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429,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"detail": "Session limit reached",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"request_id": "7f3c2a9e-...-0e6f8b1c4d22",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"retryable": true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6" name="Text 7"/>
          <p:cNvSpPr txBox="1"/>
          <p:nvPr/>
        </p:nvSpPr>
        <p:spPr>
          <a:xfrm>
            <a:off x="7315200" y="352044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rules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3794760"/>
            <a:ext cx="44192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path /v1; only additive changes within a version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request_id is the idempotency key: a replay returns the stored reply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blocks and fallbacks return 200 with a status, never an error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PII: opaque customer_ref, numbers masked in history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 3.1 is the source of truth; Kafka records carry the same JSON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Health: GET /v1/health/live and /v1/health/ready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Contract · Multiple Intents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message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760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"mau transfer ke ibu terus bayar listrik, sekalian cek saldo"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· 200 OK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5760720" cy="374904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688336"/>
            <a:ext cx="5431536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"answered",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"intents": [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"i1", "name": "navigational", "target": "transfer"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"i2", "name": "navigational", "target": "electricity"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"i3", "name": "navigational", "target": "accounts"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"reply": { "text": "Siap! Pilih menu di bawah: transfer,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bayar listrik, lalu cek saldo.", "format": "plain"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"actions": [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"deeplink", "intent_id": "i1", "order": 1,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"label": "Transfer", "url": "app://transfer"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"deeplink", "intent_id": "i2", "order": 2,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"label": "Bayar Listrik", "url": "app://payment/electricity" 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"deeplink", "intent_id": "i3", "order": 3,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"label": "Cek Saldo", "url": "app://accounts"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"more_actions": [],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[]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71600"/>
            <a:ext cx="5148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for multiple intents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45920"/>
          <a:ext cx="5150815" cy="4279392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420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behaviour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entry per request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page the customer asks for is its own intent; the same name can repeat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actions[].order follows the order in the customer's message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actions[].intent_id ties every button to the intent that produced 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Button limit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most 3 deeplink buttons; the rest go to more_actions[], shown behind 'more'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same page asked twice becomes one button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returned; that part becomes a clarify question in reply.text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 intents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knowledge_base + navigational: one answer plus buttons, same shape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transactions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deeplink only opens the page; the customer confirms in the app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Contract · Response Types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reply · A1 general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3606698" cy="160020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73936"/>
            <a:ext cx="32775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"answered",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"intents":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"i1", "name": "general" } 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"reply":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"text": "Halo! Ada yang bisa aku bantu?",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"format": "plain"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"actions": []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290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replies · clarify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3606698" cy="260604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3831336"/>
            <a:ext cx="327751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"clarify",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"intents":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"i1", "name": "general" } 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"reply": { "text": "Mau cek apa?",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"format": "plain"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"quick_reply", "order": 1,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"label": "Cek saldo",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"value": "cek saldo"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"quick_reply", "order": 2,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"label": "Cek tagihan",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"value": "cek tagihan kartu kredit"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13716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· A5 handover 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645920"/>
            <a:ext cx="3606698" cy="466344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57090" y="1773936"/>
            <a:ext cx="3277514" cy="440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"handover",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"intents":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"i1", "name": "live_agent" } 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"reply": { "text": "Aku sambungkan ke agen,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cek datanya dulu ya.",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"format": "plain"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"actions": [{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"form", "intent_id": "i1",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"form_id": "handover_confirm",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"form_version": "1",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"title": "Hubungi agen",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"fields":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"name": "topic", "type": "select",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"label": "Topik", "required": true,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"options": ["Kartu Kredit", "Perbankan"],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"value": "Kartu Kredit"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"name": "summary", "type": "textarea",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"label": "Ringkasan", "max_length": 400,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"value": "Saya ingin blokir kartu"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"name": "consent", "type": "checkbox",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"label": "Bagikan riwayat chat ke agen",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"required": true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"submit": { "label": "Hubungkan"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"cancel": { "label": "Batal"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127797" y="13716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types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7797" y="1645920"/>
          <a:ext cx="3606698" cy="2414016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5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(none)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 reply only: actions is empty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quick_reply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label, value — tap sends value as a new text turn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deeplink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intent_id, order, label, url — opens an app page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form_id, form_version, title, fields[], submit, cancel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handover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topic, handover_id — returned after the form is submitted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27797" y="420624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field types</a:t>
            </a:r>
            <a:endParaRPr lang="en-US" sz="12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7797" y="4480560"/>
          <a:ext cx="3606698" cy="173736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keys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text · textarea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max_length, placeholder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· radio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options[] (one value)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checkbox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boolean; required = must be ticked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date · number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min, max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Contract · Form Submit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· POST /v1/chat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3606698" cy="320040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73936"/>
            <a:ext cx="3277514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"request_id": "c9a1f0d2-6b7e-4c3a-8e21-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5d4f9a0b7c16",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"sess_01J8Z6Q4M2",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"channel": "mobile_app",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"locale": "id-ID",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"customer": { "customer_ref": "cus_9f8e7d6c",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"authenticated": true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"form_submit",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"form_id": "handover_confirm",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"form_version": "1",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"values":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"topic": "Kartu Kredit",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"summary": "Saya ingin blokir kartu",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"consent": true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292498" y="13716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· 200 OK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2498" y="1645920"/>
            <a:ext cx="3606698" cy="246888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57090" y="1773936"/>
            <a:ext cx="3277514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"handover",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"intents":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"intent_id": "i1", "name": "live_agent" } 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"reply":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"text": "Kamu sudah terhubung ke antrean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agen Kartu Kredit.",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"format": "plain"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"type": "handover", "intent_id": "i1",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"topic": "Kartu Kredit",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"handover_id": "ho_01J8Z7A2K9"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425196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error · 422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4526280"/>
            <a:ext cx="3606698" cy="178308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57090" y="4654296"/>
            <a:ext cx="327751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"urn:tanya-ai:error:validation-failed",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"Form values are invalid",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422,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"request_id": "c9a1f0d2-...-5d4f9a0b7c16",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"errors":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"field": "values.consent",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"code": "required" } 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50292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· request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303520"/>
            <a:ext cx="3606698" cy="1005840"/>
          </a:xfrm>
          <a:prstGeom prst="rect">
            <a:avLst/>
          </a:prstGeom>
          <a:solidFill>
            <a:srgbClr val="F3F5F8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5431536"/>
            <a:ext cx="327751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"message": { "type": "quick_reply",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"content": "batal" } }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127797" y="1371600"/>
            <a:ext cx="3606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rules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27797" y="1645920"/>
            <a:ext cx="3606698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form_id + form_version name a schema kept on the server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re-validates every submitted value; the client check is only for UX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 never ask for PIN, OTP, passwords or full card and account numbers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submit is a normal turn: new request_id, same session_id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Pre-filled values come from the conversation; the customer can edit them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sends quick_reply "batal"; nothing is created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handover_id is returned only after a valid submit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3389</Words>
  <Application>Microsoft Office PowerPoint</Application>
  <PresentationFormat>Widescreen</PresentationFormat>
  <Paragraphs>541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TANYA AI — Architecture overview</dc:title>
  <dc:subject>PptxGenJS Presentation</dc:subject>
  <dc:creator>PptxGenJS</dc:creator>
  <cp:lastModifiedBy>Bambang Hartono</cp:lastModifiedBy>
  <cp:revision>1</cp:revision>
  <dcterms:created xsi:type="dcterms:W3CDTF">2026-09-17T05:10:36Z</dcterms:created>
  <dcterms:modified xsi:type="dcterms:W3CDTF">2026-09-17T06:23:47Z</dcterms:modified>
</cp:coreProperties>
</file>