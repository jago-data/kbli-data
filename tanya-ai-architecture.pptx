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TANYA AI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03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Service, Kafka integration, LLM serving and observability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4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TANYA AI architecture v3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20624" y="1380744"/>
            <a:ext cx="7173835" cy="49651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pic>
        <p:nvPicPr>
          <p:cNvPr id="7" name="Image 0" descr="TANYA AI architecture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100683" cy="4892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60803" y="1600200"/>
            <a:ext cx="36736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60803" y="2057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60803" y="2057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472283" y="2020824"/>
            <a:ext cx="326221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Kafka worker bridges the Chat Service and the REST API: consume the request, call POST /chat, produce the reply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0803" y="3200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60803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472283" y="3163824"/>
            <a:ext cx="326221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 Guard screens every message before the Router LLM picks one or more of five intents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60803" y="4343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60803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472283" y="4306824"/>
            <a:ext cx="326221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stay grounded: RM Ally for products, the Contact Center Chatbot for promos, BE OM for portfolio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Detail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TANYA AI architecture v4; GPU memory figures are estimates to confirm with a load test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20624" y="1505996"/>
            <a:ext cx="8485632" cy="4714689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pic>
        <p:nvPicPr>
          <p:cNvPr id="7" name="Image 0" descr="TANYA AI architecture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42572"/>
            <a:ext cx="8412480" cy="46415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281160" y="160020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281160" y="2057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281160" y="2057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2020824"/>
            <a:ext cx="2041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Kafka worker is its own deployment and never calls a model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81160" y="3200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281160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692640" y="3163824"/>
            <a:ext cx="2041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27B in FP8 on 2 × H100 leaves ~117 GB for conversations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281160" y="4343400"/>
            <a:ext cx="292608" cy="292608"/>
          </a:xfrm>
          <a:prstGeom prst="ellipse">
            <a:avLst/>
          </a:prstGeom>
          <a:solidFill>
            <a:srgbClr val="2251FF"/>
          </a:solidFill>
          <a:ln w="12700">
            <a:solidFill>
              <a:srgbClr val="2251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281160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9692640" y="4306824"/>
            <a:ext cx="2041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Service and RM Ally log to Elasticsearch; Kibana to search, Grafana for dashboards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Stack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GPU memory figures are estimates; Kafka topics, log shipper and retention to confirm with the platform teams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729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783080"/>
                <a:gridCol w="3566160"/>
                <a:gridCol w="2011680"/>
                <a:gridCol w="2496312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Kafka worker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Confluent Kafka request / reply topics · confluent-kafka Python client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reply record per turn, key = session_id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REST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3.11 · FastAPI + uvicorn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 · 3 replicas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/chat · X-API-Token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 screening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Poly Guard model · deterministic credential and card detection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Fails closed; blocks prompt injection and out-of-scope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Intent routing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LLM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pydantic-ai tool calling on Qwen 27B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intents, several per message, schema-validated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Synthesis LLM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27B (FP8) · persona and copywriting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Writes the reply; credentials redacted from history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serving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vLLM serve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OpenAI-compatible API · tensor parallel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H100 80GB or 2 × H200 141GB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~117 GB KV cache left for 27B FP8 on H100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monitoring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metrics dashboards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vLLM /metrics → Prometheus → Grafana · DCGM exporter for GPUs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Tokens/s, prompt and output tokens, time to first token, KV cache, queue, GPU 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knowledge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 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+ WIKI · REST API (FastAPI)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info and market updates; base-model 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&amp; promo knowledge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 Center Chatbot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 over a vector database · REST API (FastAPI)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Programs and promos retrieved from indexed documents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Navigation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Deeplink registry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YAML catalogue · helm values TANYA_DEEPLINK_*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In-process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registered pages can be offered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data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 OM portfolio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REST, read-only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Portfolio review (tentative)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Logging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stdout → Filebeat → Elasticsearch → Kibana, Grafana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request_id joins all logs; no customer content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Router LLM Design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03600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Input guard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 Guard screens prompt injection and scope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 and credentials redacted before any model call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20635" y="2308860"/>
            <a:ext cx="219456" cy="0"/>
          </a:xfrm>
          <a:prstGeom prst="line">
            <a:avLst/>
          </a:prstGeom>
          <a:noFill/>
          <a:ln w="22225">
            <a:solidFill>
              <a:srgbClr val="2251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67523" y="1554480"/>
            <a:ext cx="2036003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95539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Router agent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895539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Agent[TurnDeps, TurnPlan]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tools only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one or more typed intents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30958" y="2308860"/>
            <a:ext cx="219456" cy="0"/>
          </a:xfrm>
          <a:prstGeom prst="line">
            <a:avLst/>
          </a:prstGeom>
          <a:noFill/>
          <a:ln w="22225">
            <a:solidFill>
              <a:srgbClr val="2251F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77846" y="1554480"/>
            <a:ext cx="203600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05862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Plan validation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05862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validators check every key against the registries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→ ModelRetry (max 2), then clarify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41281" y="2308860"/>
            <a:ext cx="219456" cy="0"/>
          </a:xfrm>
          <a:prstGeom prst="line">
            <a:avLst/>
          </a:prstGeom>
          <a:noFill/>
          <a:ln w="22225">
            <a:solidFill>
              <a:srgbClr val="2251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88169" y="1554480"/>
            <a:ext cx="203600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16185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Tool execution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16185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runs the planned tools, not the model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parallel with timeouts and fallbacks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prepare() hides tools a customer may not use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451604" y="2308860"/>
            <a:ext cx="219456" cy="0"/>
          </a:xfrm>
          <a:prstGeom prst="line">
            <a:avLst/>
          </a:prstGeom>
          <a:noFill/>
          <a:ln w="22225">
            <a:solidFill>
              <a:srgbClr val="2251F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98492" y="1554480"/>
            <a:ext cx="2036003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26508" y="1645920"/>
            <a:ext cx="17799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Answer composer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26508" y="1965960"/>
            <a:ext cx="177997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Agent[TurnDeps, AssistantReply]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only in tool results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by an output validator before sending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48920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85216" y="3474720"/>
            <a:ext cx="4636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tool layer · FunctionToolset per domain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85216" y="3794760"/>
            <a:ext cx="46360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search_products(query, lang)        → RM Ally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search_promos(query, lang)          → CC Chatbot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resolve_deeplinks(page_keys)        → registry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get_portfolio_summary()             → BE OM, auth only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create_handover(topic, summary)     → Contact Center, needs approval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0" y="3383280"/>
            <a:ext cx="30175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14416" y="3474720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14416" y="3794760"/>
            <a:ext cx="2761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27B (FP8) on vLLM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vLLM: --enable-auto-tool-choice --tool-call-parser hermes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FallbackModel to a second endpoint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ModelSettings per agent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Grafana: tokens, latency, KV cache, GPU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641080" y="3383280"/>
            <a:ext cx="3093415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69096" y="3474720"/>
            <a:ext cx="28373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controls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69096" y="3794760"/>
            <a:ext cx="283738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UsageLimits: cap requests, tool calls and tokens per turn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history_processors: trim and redact chat history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OpenTelemetry spans for every model and tool call → Elasticsearch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pydantic-evals: routing regression set in CI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5623560"/>
            <a:ext cx="11277295" cy="50292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56235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rule  </a:t>
            </a:r>
            <a:pPr indent="0" marL="0">
              <a:buNone/>
            </a:pPr>
            <a:r>
              <a:rPr lang="en-US" sz="1300" dirty="0">
                <a:solidFill>
                  <a:srgbClr val="051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only proposes typed intents and arguments; code owns every call to bank systems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AI ARCHITECTURE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51C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Contracts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1368735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7729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463040"/>
                <a:gridCol w="2514600"/>
                <a:gridCol w="1691640"/>
                <a:gridCol w="2103120"/>
                <a:gridCol w="16276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Typed input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resolve_deeplinks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A2 navigational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page_keys: list[PageKey] — Literal built from the registry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list[Deeplink], max 3 buttons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registered pages exist in the schema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needed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search_products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A3 product questions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query: str · lang: 'id' | 'en'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Answer(text, sources)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 Ally WIKI grounding; result quoted as untrusted 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'no answer' result, composer says 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search_promos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A3 programs and promos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query: str · lang: 'id' | 'en'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Answer(text, sources)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Chatbot RAG over its vector DB 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 to the promo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get_portfolio_summary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 portfolio review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from the model — customer id comes from deps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PortfolioSummary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read-only; hidden by prepare() when not authenticated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'unavailable' result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create_handover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 live agent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topic: HandoverTopic (enum) · summary: str, no numbers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HandoverTicket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deferred tool: customer confirms first; numbers masked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show the call centre number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1C2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(no tool)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A1 general, clarify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answered by the composer from instructions only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TANYA AI — Architecture overview</dc:title>
  <dc:subject>PptxGenJS Presentation</dc:subject>
  <dc:creator>PptxGenJS</dc:creator>
  <cp:lastModifiedBy>PptxGenJS</cp:lastModifiedBy>
  <cp:revision>1</cp:revision>
  <dcterms:created xsi:type="dcterms:W3CDTF">2026-09-17T04:47:44Z</dcterms:created>
  <dcterms:modified xsi:type="dcterms:W3CDTF">2026-09-17T04:47:44Z</dcterms:modified>
</cp:coreProperties>
</file>