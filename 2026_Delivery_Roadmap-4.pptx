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Delivery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 items per quarter, per project — Q2 broken out by month. Colour = status.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2020824"/>
            <a:ext cx="11457432" cy="1426464"/>
          </a:xfrm>
          <a:prstGeom prst="roundRect">
            <a:avLst>
              <a:gd name="adj" fmla="val 7051"/>
            </a:avLst>
          </a:prstGeom>
          <a:solidFill>
            <a:srgbClr val="EAFB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3465576"/>
            <a:ext cx="11457432" cy="1426464"/>
          </a:xfrm>
          <a:prstGeom prst="roundRect">
            <a:avLst>
              <a:gd name="adj" fmla="val 7051"/>
            </a:avLst>
          </a:prstGeom>
          <a:solidFill>
            <a:srgbClr val="EDF3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4910328"/>
            <a:ext cx="11457432" cy="1426464"/>
          </a:xfrm>
          <a:prstGeom prst="roundRect">
            <a:avLst>
              <a:gd name="adj" fmla="val 7051"/>
            </a:avLst>
          </a:prstGeom>
          <a:solidFill>
            <a:srgbClr val="F3EEFE"/>
          </a:solidFill>
          <a:ln/>
        </p:spPr>
      </p:sp>
      <p:sp>
        <p:nvSpPr>
          <p:cNvPr id="7" name="Shape 5"/>
          <p:cNvSpPr/>
          <p:nvPr/>
        </p:nvSpPr>
        <p:spPr>
          <a:xfrm>
            <a:off x="3758184" y="1197864"/>
            <a:ext cx="4443984" cy="5138928"/>
          </a:xfrm>
          <a:prstGeom prst="roundRect">
            <a:avLst>
              <a:gd name="adj" fmla="val 2263"/>
            </a:avLst>
          </a:prstGeom>
          <a:solidFill>
            <a:srgbClr val="F59E0B">
              <a:alpha val="7000"/>
            </a:srgbClr>
          </a:solidFill>
          <a:ln w="15875">
            <a:solidFill>
              <a:srgbClr val="F6B8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93976" y="1243584"/>
            <a:ext cx="1645920" cy="676656"/>
          </a:xfrm>
          <a:prstGeom prst="roundRect">
            <a:avLst>
              <a:gd name="adj" fmla="val 94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93976" y="1243584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2026</a:t>
            </a:r>
            <a:endParaRPr lang="en-US" sz="13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Mar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0456" y="1243584"/>
            <a:ext cx="1737360" cy="676656"/>
          </a:xfrm>
          <a:prstGeom prst="roundRect">
            <a:avLst>
              <a:gd name="adj" fmla="val 94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0456" y="124358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3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– Sep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49256" y="1243584"/>
            <a:ext cx="1728216" cy="676656"/>
          </a:xfrm>
          <a:prstGeom prst="roundRect">
            <a:avLst>
              <a:gd name="adj" fmla="val 94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49256" y="1243584"/>
            <a:ext cx="1728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3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– Dec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831336" y="1243584"/>
            <a:ext cx="429768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31336" y="12435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2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2026 · CURRENT QUARTER · WE ARE HERE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31336" y="160934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BDFB0"/>
          </a:solidFill>
          <a:ln/>
        </p:spPr>
      </p:sp>
      <p:sp>
        <p:nvSpPr>
          <p:cNvPr id="17" name="Text 15"/>
          <p:cNvSpPr/>
          <p:nvPr/>
        </p:nvSpPr>
        <p:spPr>
          <a:xfrm>
            <a:off x="3831336" y="1609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60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94376" y="160934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BDFB0"/>
          </a:solidFill>
          <a:ln/>
        </p:spPr>
      </p:sp>
      <p:sp>
        <p:nvSpPr>
          <p:cNvPr id="19" name="Text 17"/>
          <p:cNvSpPr/>
          <p:nvPr/>
        </p:nvSpPr>
        <p:spPr>
          <a:xfrm>
            <a:off x="5294376" y="1609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60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57416" y="160934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BD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7416" y="1609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60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2185416"/>
            <a:ext cx="585216" cy="58521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488" y="2343424"/>
            <a:ext cx="269199" cy="26919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11480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093976" y="211226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185416" y="22311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04872" y="21122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093976" y="254203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185416" y="26609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04872" y="254203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Data-ingestion pipeline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93976" y="297180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185416" y="309067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04872" y="29718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220456" y="2112264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311896" y="223113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31352" y="2112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220456" y="254203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311896" y="2660904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31352" y="254203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serving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220456" y="297180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311896" y="3090672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31352" y="29718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0049256" y="2112264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0140696" y="223113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360152" y="211226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v2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0049256" y="2542032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10140696" y="2660904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360152" y="254203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handling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0049256" y="2971800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10140696" y="3090672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360152" y="2971800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cost tuning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831336" y="2112264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3922776" y="26609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142232" y="2112264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prototype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294376" y="2112264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385816" y="26609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605272" y="2112264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model + eval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757416" y="2112264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848856" y="2660904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068312" y="2112264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A/B test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411480" y="3630168"/>
            <a:ext cx="585216" cy="585216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88" y="3788176"/>
            <a:ext cx="269199" cy="269199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41148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Insight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2093976" y="3557016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2185416" y="36758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2404872" y="35570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schema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2093976" y="398678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68" name="Shape 64"/>
          <p:cNvSpPr/>
          <p:nvPr/>
        </p:nvSpPr>
        <p:spPr>
          <a:xfrm>
            <a:off x="2185416" y="41056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2404872" y="398678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ingestion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2093976" y="4416552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2185416" y="453542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2404872" y="44165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cleansing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8220456" y="3557016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8311896" y="3675888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8531352" y="355701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8220456" y="3986784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8311896" y="410565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8531352" y="398678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engine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8220456" y="441655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80" name="Shape 76"/>
          <p:cNvSpPr/>
          <p:nvPr/>
        </p:nvSpPr>
        <p:spPr>
          <a:xfrm>
            <a:off x="8311896" y="4535424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531352" y="441655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10049256" y="3557016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83" name="Shape 79"/>
          <p:cNvSpPr/>
          <p:nvPr/>
        </p:nvSpPr>
        <p:spPr>
          <a:xfrm>
            <a:off x="10140696" y="3675888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10360152" y="355701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10049256" y="3986784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86" name="Shape 82"/>
          <p:cNvSpPr/>
          <p:nvPr/>
        </p:nvSpPr>
        <p:spPr>
          <a:xfrm>
            <a:off x="10140696" y="410565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10360152" y="398678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integrations</a:t>
            </a:r>
            <a:endParaRPr lang="en-US" sz="900" dirty="0"/>
          </a:p>
        </p:txBody>
      </p:sp>
      <p:sp>
        <p:nvSpPr>
          <p:cNvPr id="88" name="Shape 84"/>
          <p:cNvSpPr/>
          <p:nvPr/>
        </p:nvSpPr>
        <p:spPr>
          <a:xfrm>
            <a:off x="10049256" y="4416552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89" name="Shape 85"/>
          <p:cNvSpPr/>
          <p:nvPr/>
        </p:nvSpPr>
        <p:spPr>
          <a:xfrm>
            <a:off x="10140696" y="4535424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10360152" y="441655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 support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3831336" y="3557016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92" name="Shape 88"/>
          <p:cNvSpPr/>
          <p:nvPr/>
        </p:nvSpPr>
        <p:spPr>
          <a:xfrm>
            <a:off x="3922776" y="41056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4142232" y="3557016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Auto-categorization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294376" y="3557016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95" name="Shape 91"/>
          <p:cNvSpPr/>
          <p:nvPr/>
        </p:nvSpPr>
        <p:spPr>
          <a:xfrm>
            <a:off x="5385816" y="41056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5605272" y="3557016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dashboard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6757416" y="3557016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98" name="Shape 94"/>
          <p:cNvSpPr/>
          <p:nvPr/>
        </p:nvSpPr>
        <p:spPr>
          <a:xfrm>
            <a:off x="6848856" y="4105656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7068312" y="3557016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 + user testing</a:t>
            </a:r>
            <a:endParaRPr lang="en-US" sz="900" dirty="0"/>
          </a:p>
        </p:txBody>
      </p:sp>
      <p:sp>
        <p:nvSpPr>
          <p:cNvPr id="100" name="Shape 96"/>
          <p:cNvSpPr/>
          <p:nvPr/>
        </p:nvSpPr>
        <p:spPr>
          <a:xfrm>
            <a:off x="411480" y="5074920"/>
            <a:ext cx="585216" cy="585216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pic>
        <p:nvPicPr>
          <p:cNvPr id="10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88" y="5232928"/>
            <a:ext cx="269199" cy="269199"/>
          </a:xfrm>
          <a:prstGeom prst="rect">
            <a:avLst/>
          </a:prstGeom>
        </p:spPr>
      </p:pic>
      <p:sp>
        <p:nvSpPr>
          <p:cNvPr id="102" name="Text 97"/>
          <p:cNvSpPr/>
          <p:nvPr/>
        </p:nvSpPr>
        <p:spPr>
          <a:xfrm>
            <a:off x="411480" y="5696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103" name="Shape 98"/>
          <p:cNvSpPr/>
          <p:nvPr/>
        </p:nvSpPr>
        <p:spPr>
          <a:xfrm>
            <a:off x="2093976" y="5001768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04" name="Shape 99"/>
          <p:cNvSpPr/>
          <p:nvPr/>
        </p:nvSpPr>
        <p:spPr>
          <a:xfrm>
            <a:off x="2185416" y="512064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2404872" y="50017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use cases</a:t>
            </a:r>
            <a:endParaRPr lang="en-US" sz="900" dirty="0"/>
          </a:p>
        </p:txBody>
      </p:sp>
      <p:sp>
        <p:nvSpPr>
          <p:cNvPr id="106" name="Shape 101"/>
          <p:cNvSpPr/>
          <p:nvPr/>
        </p:nvSpPr>
        <p:spPr>
          <a:xfrm>
            <a:off x="2093976" y="5431536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07" name="Shape 102"/>
          <p:cNvSpPr/>
          <p:nvPr/>
        </p:nvSpPr>
        <p:spPr>
          <a:xfrm>
            <a:off x="2185416" y="55504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2404872" y="543153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dataset</a:t>
            </a:r>
            <a:endParaRPr lang="en-US" sz="900" dirty="0"/>
          </a:p>
        </p:txBody>
      </p:sp>
      <p:sp>
        <p:nvSpPr>
          <p:cNvPr id="109" name="Shape 104"/>
          <p:cNvSpPr/>
          <p:nvPr/>
        </p:nvSpPr>
        <p:spPr>
          <a:xfrm>
            <a:off x="2093976" y="586130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10" name="Shape 105"/>
          <p:cNvSpPr/>
          <p:nvPr/>
        </p:nvSpPr>
        <p:spPr>
          <a:xfrm>
            <a:off x="2185416" y="598017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2404872" y="586130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900" dirty="0"/>
          </a:p>
        </p:txBody>
      </p:sp>
      <p:sp>
        <p:nvSpPr>
          <p:cNvPr id="112" name="Shape 107"/>
          <p:cNvSpPr/>
          <p:nvPr/>
        </p:nvSpPr>
        <p:spPr>
          <a:xfrm>
            <a:off x="8220456" y="500176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13" name="Shape 108"/>
          <p:cNvSpPr/>
          <p:nvPr/>
        </p:nvSpPr>
        <p:spPr>
          <a:xfrm>
            <a:off x="8311896" y="512064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09"/>
          <p:cNvSpPr/>
          <p:nvPr/>
        </p:nvSpPr>
        <p:spPr>
          <a:xfrm>
            <a:off x="8531352" y="50017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900" dirty="0"/>
          </a:p>
        </p:txBody>
      </p:sp>
      <p:sp>
        <p:nvSpPr>
          <p:cNvPr id="115" name="Shape 110"/>
          <p:cNvSpPr/>
          <p:nvPr/>
        </p:nvSpPr>
        <p:spPr>
          <a:xfrm>
            <a:off x="8220456" y="5431536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16" name="Shape 111"/>
          <p:cNvSpPr/>
          <p:nvPr/>
        </p:nvSpPr>
        <p:spPr>
          <a:xfrm>
            <a:off x="8311896" y="5550408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8531352" y="543153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118" name="Shape 113"/>
          <p:cNvSpPr/>
          <p:nvPr/>
        </p:nvSpPr>
        <p:spPr>
          <a:xfrm>
            <a:off x="8220456" y="5861304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19" name="Shape 114"/>
          <p:cNvSpPr/>
          <p:nvPr/>
        </p:nvSpPr>
        <p:spPr>
          <a:xfrm>
            <a:off x="8311896" y="598017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8531352" y="58613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00" dirty="0"/>
          </a:p>
        </p:txBody>
      </p:sp>
      <p:sp>
        <p:nvSpPr>
          <p:cNvPr id="121" name="Shape 116"/>
          <p:cNvSpPr/>
          <p:nvPr/>
        </p:nvSpPr>
        <p:spPr>
          <a:xfrm>
            <a:off x="10049256" y="5001768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22" name="Shape 117"/>
          <p:cNvSpPr/>
          <p:nvPr/>
        </p:nvSpPr>
        <p:spPr>
          <a:xfrm>
            <a:off x="10140696" y="512064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118"/>
          <p:cNvSpPr/>
          <p:nvPr/>
        </p:nvSpPr>
        <p:spPr>
          <a:xfrm>
            <a:off x="10360152" y="500176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rollout</a:t>
            </a:r>
            <a:endParaRPr lang="en-US" sz="900" dirty="0"/>
          </a:p>
        </p:txBody>
      </p:sp>
      <p:sp>
        <p:nvSpPr>
          <p:cNvPr id="124" name="Shape 119"/>
          <p:cNvSpPr/>
          <p:nvPr/>
        </p:nvSpPr>
        <p:spPr>
          <a:xfrm>
            <a:off x="10049256" y="5431536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25" name="Shape 120"/>
          <p:cNvSpPr/>
          <p:nvPr/>
        </p:nvSpPr>
        <p:spPr>
          <a:xfrm>
            <a:off x="10140696" y="5550408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10360152" y="54315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127" name="Shape 122"/>
          <p:cNvSpPr/>
          <p:nvPr/>
        </p:nvSpPr>
        <p:spPr>
          <a:xfrm>
            <a:off x="10049256" y="5861304"/>
            <a:ext cx="172821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28" name="Shape 123"/>
          <p:cNvSpPr/>
          <p:nvPr/>
        </p:nvSpPr>
        <p:spPr>
          <a:xfrm>
            <a:off x="10140696" y="598017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9" name="Text 124"/>
          <p:cNvSpPr/>
          <p:nvPr/>
        </p:nvSpPr>
        <p:spPr>
          <a:xfrm>
            <a:off x="10360152" y="586130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optimization</a:t>
            </a:r>
            <a:endParaRPr lang="en-US" sz="900" dirty="0"/>
          </a:p>
        </p:txBody>
      </p:sp>
      <p:sp>
        <p:nvSpPr>
          <p:cNvPr id="130" name="Shape 125"/>
          <p:cNvSpPr/>
          <p:nvPr/>
        </p:nvSpPr>
        <p:spPr>
          <a:xfrm>
            <a:off x="3831336" y="5001768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31" name="Shape 126"/>
          <p:cNvSpPr/>
          <p:nvPr/>
        </p:nvSpPr>
        <p:spPr>
          <a:xfrm>
            <a:off x="3922776" y="55504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Text 127"/>
          <p:cNvSpPr/>
          <p:nvPr/>
        </p:nvSpPr>
        <p:spPr>
          <a:xfrm>
            <a:off x="4142232" y="5001768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(FAISS+Qwen)</a:t>
            </a:r>
            <a:endParaRPr lang="en-US" sz="900" dirty="0"/>
          </a:p>
        </p:txBody>
      </p:sp>
      <p:sp>
        <p:nvSpPr>
          <p:cNvPr id="133" name="Shape 128"/>
          <p:cNvSpPr/>
          <p:nvPr/>
        </p:nvSpPr>
        <p:spPr>
          <a:xfrm>
            <a:off x="5294376" y="5001768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34" name="Shape 129"/>
          <p:cNvSpPr/>
          <p:nvPr/>
        </p:nvSpPr>
        <p:spPr>
          <a:xfrm>
            <a:off x="5385816" y="55504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5605272" y="5001768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ID tuning</a:t>
            </a:r>
            <a:endParaRPr lang="en-US" sz="900" dirty="0"/>
          </a:p>
        </p:txBody>
      </p:sp>
      <p:sp>
        <p:nvSpPr>
          <p:cNvPr id="136" name="Shape 131"/>
          <p:cNvSpPr/>
          <p:nvPr/>
        </p:nvSpPr>
        <p:spPr>
          <a:xfrm>
            <a:off x="6757416" y="5001768"/>
            <a:ext cx="13716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2000"/>
              </a:srgbClr>
            </a:outerShdw>
          </a:effectLst>
        </p:spPr>
      </p:sp>
      <p:sp>
        <p:nvSpPr>
          <p:cNvPr id="137" name="Shape 132"/>
          <p:cNvSpPr/>
          <p:nvPr/>
        </p:nvSpPr>
        <p:spPr>
          <a:xfrm>
            <a:off x="6848856" y="5550408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33"/>
          <p:cNvSpPr/>
          <p:nvPr/>
        </p:nvSpPr>
        <p:spPr>
          <a:xfrm>
            <a:off x="7068312" y="5001768"/>
            <a:ext cx="9875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+ guardrails</a:t>
            </a:r>
            <a:endParaRPr lang="en-US" sz="900" dirty="0"/>
          </a:p>
        </p:txBody>
      </p:sp>
      <p:sp>
        <p:nvSpPr>
          <p:cNvPr id="139" name="Text 134"/>
          <p:cNvSpPr/>
          <p:nvPr/>
        </p:nvSpPr>
        <p:spPr>
          <a:xfrm>
            <a:off x="411480" y="6455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0" name="Shape 135"/>
          <p:cNvSpPr/>
          <p:nvPr/>
        </p:nvSpPr>
        <p:spPr>
          <a:xfrm>
            <a:off x="1417320" y="6510528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6"/>
          <p:cNvSpPr/>
          <p:nvPr/>
        </p:nvSpPr>
        <p:spPr>
          <a:xfrm>
            <a:off x="1655064" y="6455664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50" dirty="0"/>
          </a:p>
        </p:txBody>
      </p:sp>
      <p:sp>
        <p:nvSpPr>
          <p:cNvPr id="142" name="Shape 137"/>
          <p:cNvSpPr/>
          <p:nvPr/>
        </p:nvSpPr>
        <p:spPr>
          <a:xfrm>
            <a:off x="3489350" y="6510528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3727094" y="6455664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44" name="Shape 139"/>
          <p:cNvSpPr/>
          <p:nvPr/>
        </p:nvSpPr>
        <p:spPr>
          <a:xfrm>
            <a:off x="5561381" y="6510528"/>
            <a:ext cx="164592" cy="16459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5799125" y="6455664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delay</a:t>
            </a:r>
            <a:endParaRPr lang="en-US" sz="1050" dirty="0"/>
          </a:p>
        </p:txBody>
      </p:sp>
      <p:sp>
        <p:nvSpPr>
          <p:cNvPr id="146" name="Shape 141"/>
          <p:cNvSpPr/>
          <p:nvPr/>
        </p:nvSpPr>
        <p:spPr>
          <a:xfrm>
            <a:off x="7633411" y="65105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7" name="Text 142"/>
          <p:cNvSpPr/>
          <p:nvPr/>
        </p:nvSpPr>
        <p:spPr>
          <a:xfrm>
            <a:off x="7871155" y="6455664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050" dirty="0"/>
          </a:p>
        </p:txBody>
      </p:sp>
      <p:sp>
        <p:nvSpPr>
          <p:cNvPr id="148" name="Shape 143"/>
          <p:cNvSpPr/>
          <p:nvPr/>
        </p:nvSpPr>
        <p:spPr>
          <a:xfrm>
            <a:off x="9705442" y="651052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9943186" y="6455664"/>
            <a:ext cx="1797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Delivery Roadmap</dc:title>
  <dc:subject>PptxGenJS Presentation</dc:subject>
  <dc:creator>Jago Data</dc:creator>
  <cp:lastModifiedBy>Jago Data</cp:lastModifiedBy>
  <cp:revision>1</cp:revision>
  <dcterms:created xsi:type="dcterms:W3CDTF">2026-06-24T03:00:40Z</dcterms:created>
  <dcterms:modified xsi:type="dcterms:W3CDTF">2026-06-24T03:00:40Z</dcterms:modified>
</cp:coreProperties>
</file>